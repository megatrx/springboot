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4" r:id="rId19"/>
    <p:sldId id="275" r:id="rId20"/>
    <p:sldId id="276" r:id="rId21"/>
    <p:sldId id="277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12/5/2025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://localhost:8080/clothes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8080/clothes/" TargetMode="External"/><Relationship Id="rId2" Type="http://schemas.openxmlformats.org/officeDocument/2006/relationships/hyperlink" Target="http://localhost:8080/clothes/Top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://localhost:8080/clothes/detail?id=ISBN1234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8AC7D6-6DE9-AC9F-A9C1-0E61FC54824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 err="1"/>
              <a:t>CLOTHESmARKET</a:t>
            </a:r>
            <a:r>
              <a:rPr lang="en-US" altLang="ko-KR" dirty="0"/>
              <a:t> </a:t>
            </a:r>
            <a:r>
              <a:rPr lang="ko-KR" altLang="en-US" dirty="0" err="1"/>
              <a:t>기말텀</a:t>
            </a:r>
            <a:r>
              <a:rPr lang="ko-KR" altLang="en-US" dirty="0"/>
              <a:t> 구현 발표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C65B4FB-42DE-1AE6-73E8-626BA00BA29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2353881 </a:t>
            </a:r>
            <a:r>
              <a:rPr lang="ko-KR" altLang="en-US" dirty="0"/>
              <a:t>최대영</a:t>
            </a:r>
          </a:p>
        </p:txBody>
      </p:sp>
    </p:spTree>
    <p:extLst>
      <p:ext uri="{BB962C8B-B14F-4D97-AF65-F5344CB8AC3E}">
        <p14:creationId xmlns:p14="http://schemas.microsoft.com/office/powerpoint/2010/main" val="19734619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D796BB-8C37-A800-611E-85875CE9F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Clothesmarket</a:t>
            </a:r>
            <a:r>
              <a:rPr lang="ko-KR" altLang="en-US" dirty="0"/>
              <a:t>을 구상하기 전에 </a:t>
            </a:r>
            <a:r>
              <a:rPr lang="ko-KR" altLang="en-US" dirty="0" err="1"/>
              <a:t>생각한것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831181D-3209-DE09-52A5-EC2C1C1151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수업시간에 배운 내용을 전체적으로 적용해보고 </a:t>
            </a:r>
            <a:r>
              <a:rPr lang="ko-KR" altLang="en-US" dirty="0" err="1"/>
              <a:t>기말텀</a:t>
            </a:r>
            <a:r>
              <a:rPr lang="ko-KR" altLang="en-US" dirty="0"/>
              <a:t> 프로젝트에 </a:t>
            </a:r>
            <a:r>
              <a:rPr lang="ko-KR" altLang="en-US" dirty="0" err="1"/>
              <a:t>녹여내보고자</a:t>
            </a:r>
            <a:r>
              <a:rPr lang="ko-KR" altLang="en-US" dirty="0"/>
              <a:t> 하였습니다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교수님이 강조하신 개념은 꼭 적용시켜 보려고 노력하였습니다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내가 쓴 코드를 설명할 수 있도록 숙달하려고 노력하였습니다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606500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425999-1256-C642-B09C-2C986EC5B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Clothsmarket</a:t>
            </a:r>
            <a:r>
              <a:rPr lang="ko-KR" altLang="en-US" dirty="0"/>
              <a:t>을 개발하게 된 이유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22900F8-4736-EAEC-F71B-541038291E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평소에 무신사라는 옷쇼핑몰에서 옷 쇼핑하는 것에 흥미를 느끼고 있었고</a:t>
            </a:r>
            <a:r>
              <a:rPr lang="en-US" altLang="ko-KR" dirty="0"/>
              <a:t>, </a:t>
            </a:r>
            <a:r>
              <a:rPr lang="ko-KR" altLang="en-US" dirty="0"/>
              <a:t>옷쇼핑몰 회사에 취직하는 것이 목표이기에 옷쇼핑몰 웹사이트 제작을 시도해보았습니다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708324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086FE0-1A92-43DB-ACBC-6C019CAA9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스프링부트의</a:t>
            </a:r>
            <a:r>
              <a:rPr lang="ko-KR" altLang="en-US" dirty="0"/>
              <a:t> 계층적 구조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40F6757-1D49-566F-0761-ADEE2613F8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clothesMarket</a:t>
            </a:r>
            <a:r>
              <a:rPr lang="ko-KR" altLang="en-US" dirty="0"/>
              <a:t>은 스프링 부트의 일반적인 계층적 구조로 이루어졌습니다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교과서에도 </a:t>
            </a:r>
            <a:r>
              <a:rPr lang="ko-KR" altLang="en-US" dirty="0" err="1"/>
              <a:t>나와있듯이</a:t>
            </a:r>
            <a:r>
              <a:rPr lang="ko-KR" altLang="en-US" dirty="0"/>
              <a:t> </a:t>
            </a:r>
            <a:r>
              <a:rPr lang="ko-KR" altLang="en-US" dirty="0" err="1"/>
              <a:t>퍼시스턴스</a:t>
            </a:r>
            <a:r>
              <a:rPr lang="ko-KR" altLang="en-US" dirty="0"/>
              <a:t> 계층</a:t>
            </a:r>
            <a:r>
              <a:rPr lang="en-US" altLang="ko-KR" dirty="0"/>
              <a:t>, </a:t>
            </a:r>
            <a:r>
              <a:rPr lang="ko-KR" altLang="en-US" dirty="0"/>
              <a:t>비즈니스 계층</a:t>
            </a:r>
            <a:r>
              <a:rPr lang="en-US" altLang="ko-KR" dirty="0"/>
              <a:t>, </a:t>
            </a:r>
            <a:r>
              <a:rPr lang="ko-KR" altLang="en-US" dirty="0" err="1"/>
              <a:t>프리젠테이션</a:t>
            </a:r>
            <a:r>
              <a:rPr lang="ko-KR" altLang="en-US" dirty="0"/>
              <a:t> 계층</a:t>
            </a:r>
            <a:r>
              <a:rPr lang="en-US" altLang="ko-KR" dirty="0"/>
              <a:t>, </a:t>
            </a:r>
            <a:r>
              <a:rPr lang="ko-KR" altLang="en-US" dirty="0"/>
              <a:t>도메인 객체로 구현하였습니다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5" name="그림 4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415B23F-E7AE-0B85-AA7F-CFA00FD07A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577" y="3429000"/>
            <a:ext cx="2476846" cy="1752845"/>
          </a:xfrm>
          <a:prstGeom prst="rect">
            <a:avLst/>
          </a:prstGeom>
        </p:spPr>
      </p:pic>
      <p:pic>
        <p:nvPicPr>
          <p:cNvPr id="7" name="그림 6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1E4D0D9-039E-365A-B2CA-8D73FF17CB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6714" y="3189583"/>
            <a:ext cx="2353003" cy="2438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8846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4AF627-4A93-05A9-CA10-698471CFE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컨트롤러 구현 과정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F781F20-5D15-A02D-F53D-7A7B8FF778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이외에도 다양한 컨트롤러를 사용하였지만 웹사이트로 대표적으로 들어가게 되는 컨트롤러인 </a:t>
            </a:r>
            <a:r>
              <a:rPr lang="en-US" altLang="ko-KR" dirty="0"/>
              <a:t>@RequestMapping(value = "/clothes")</a:t>
            </a:r>
            <a:r>
              <a:rPr lang="ko-KR" altLang="en-US" dirty="0"/>
              <a:t>을 통해서 </a:t>
            </a:r>
            <a:r>
              <a:rPr lang="en-US" altLang="ko-KR" dirty="0">
                <a:hlinkClick r:id="rId2"/>
              </a:rPr>
              <a:t>http://localhost:8080/clothes</a:t>
            </a:r>
            <a:r>
              <a:rPr lang="ko-KR" altLang="en-US" dirty="0"/>
              <a:t>주소를 통하여 대표 사이트로 </a:t>
            </a:r>
            <a:r>
              <a:rPr lang="ko-KR" altLang="en-US" dirty="0" err="1"/>
              <a:t>접속할수</a:t>
            </a:r>
            <a:r>
              <a:rPr lang="ko-KR" altLang="en-US" dirty="0"/>
              <a:t> 있도록 만들었습니다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5" name="그림 4" descr="텍스트, 스크린샷, 소프트웨어, 웹사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8D9D596-B873-06D2-E87A-0CB5271139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5381" y="3293916"/>
            <a:ext cx="5818909" cy="3273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0871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9516D7-0F54-5C78-FB5D-CADE4E138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요청 처리 메서드의 파라미터 유형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FF81CD8-30D4-4DAE-39F5-1BAA34F240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경로 변수와 </a:t>
            </a:r>
            <a:r>
              <a:rPr lang="en-US" altLang="ko-KR" dirty="0"/>
              <a:t>@PathVariable</a:t>
            </a:r>
            <a:r>
              <a:rPr lang="ko-KR" altLang="en-US" dirty="0"/>
              <a:t>을 통해 </a:t>
            </a:r>
            <a:r>
              <a:rPr lang="en-US" altLang="ko-KR" dirty="0">
                <a:hlinkClick r:id="rId2"/>
              </a:rPr>
              <a:t>http://localhost:8080/clothes/Top</a:t>
            </a:r>
            <a:r>
              <a:rPr lang="ko-KR" altLang="en-US" dirty="0"/>
              <a:t>을 입력하면 </a:t>
            </a:r>
            <a:r>
              <a:rPr lang="en-US" altLang="ko-KR" dirty="0">
                <a:hlinkClick r:id="rId3"/>
              </a:rPr>
              <a:t>http://localhost:8080/clothes/</a:t>
            </a:r>
            <a:r>
              <a:rPr lang="en-US" altLang="ko-KR" dirty="0"/>
              <a:t>{</a:t>
            </a:r>
            <a:r>
              <a:rPr lang="ko-KR" altLang="en-US" dirty="0" err="1"/>
              <a:t>경로변수값</a:t>
            </a:r>
            <a:r>
              <a:rPr lang="en-US" altLang="ko-KR" dirty="0"/>
              <a:t>}</a:t>
            </a:r>
            <a:r>
              <a:rPr lang="ko-KR" altLang="en-US" dirty="0"/>
              <a:t>을 전달 받아 요청 처리 메서드의 파라미터에 경로 변수 값을 전달받아 카테고리를 분류하는 기능을 구현하였습니다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5" name="그림 4" descr="텍스트, 스크린샷, 소프트웨어, 웹 페이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C7788CF-FEA4-42EF-ECA1-D2193E58D7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3202999"/>
            <a:ext cx="6497781" cy="3655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0094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B9B2C21-C003-2FBD-4BE6-B545A47E4E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또한 </a:t>
            </a:r>
            <a:r>
              <a:rPr lang="en-US" altLang="ko-KR" dirty="0">
                <a:hlinkClick r:id="rId2"/>
              </a:rPr>
              <a:t>http://localhost:8080/clothes/detail?id=ISBN1234</a:t>
            </a:r>
            <a:r>
              <a:rPr lang="en-US" altLang="ko-KR" dirty="0"/>
              <a:t> </a:t>
            </a:r>
            <a:r>
              <a:rPr lang="ko-KR" altLang="en-US" dirty="0"/>
              <a:t>주소를 통해 상품을 사진이나 설명 등을 클릭하면 상품 상세 정보를 볼 수 있게 하였습니다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5" name="그림 4" descr="텍스트, 스크린샷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C40B12C-5EF1-9261-8F65-D48D3B8A0C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7672" y="2844355"/>
            <a:ext cx="7135368" cy="4013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3397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2F15E2-C6D8-6026-3E6E-086F5682D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물건 팔기 </a:t>
            </a:r>
            <a:r>
              <a:rPr lang="en-US" altLang="ko-KR" dirty="0"/>
              <a:t>(</a:t>
            </a:r>
            <a:r>
              <a:rPr lang="ko-KR" altLang="en-US" dirty="0"/>
              <a:t>물건 추가 하기 페이지 만들기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5" name="내용 개체 틀 4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06CD8F7-6A89-EE26-F3C9-95EA0EF65E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53106" y="2016124"/>
            <a:ext cx="8648678" cy="4864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36881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295558-B779-C8B0-78EA-3E029D08F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물건 팔기 </a:t>
            </a:r>
            <a:r>
              <a:rPr lang="en-US" altLang="ko-KR" dirty="0"/>
              <a:t>(</a:t>
            </a:r>
            <a:r>
              <a:rPr lang="ko-KR" altLang="en-US" dirty="0"/>
              <a:t>물건 추가 하기 페이지 만들기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A9E035-FC4C-73F7-DD73-C804D2E0E9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물건 팔기 사이트를 만들었습니다</a:t>
            </a:r>
            <a:r>
              <a:rPr lang="en-US" altLang="ko-KR" dirty="0"/>
              <a:t>. </a:t>
            </a:r>
            <a:r>
              <a:rPr lang="ko-KR" altLang="en-US" dirty="0" err="1"/>
              <a:t>이페이지는</a:t>
            </a:r>
            <a:r>
              <a:rPr lang="ko-KR" altLang="en-US" dirty="0"/>
              <a:t> 뒷장에서 나오겠지만 </a:t>
            </a:r>
            <a:r>
              <a:rPr lang="en-US" altLang="ko-KR" dirty="0" err="1"/>
              <a:t>SecurityConfig</a:t>
            </a:r>
            <a:r>
              <a:rPr lang="ko-KR" altLang="en-US" dirty="0"/>
              <a:t>때문에 로그인 창에서 </a:t>
            </a:r>
            <a:r>
              <a:rPr lang="en-US" altLang="ko-KR" dirty="0"/>
              <a:t>ID: Admin Password:Admin1234</a:t>
            </a:r>
            <a:r>
              <a:rPr lang="ko-KR" altLang="en-US" dirty="0"/>
              <a:t>를 입력하여 </a:t>
            </a:r>
            <a:r>
              <a:rPr lang="en-US" altLang="ko-KR" dirty="0"/>
              <a:t>ADMIN</a:t>
            </a:r>
            <a:r>
              <a:rPr lang="ko-KR" altLang="en-US" dirty="0"/>
              <a:t>롤을 얻어야 </a:t>
            </a:r>
            <a:r>
              <a:rPr lang="ko-KR" altLang="en-US" dirty="0" err="1"/>
              <a:t>접근할수있도록</a:t>
            </a:r>
            <a:r>
              <a:rPr lang="ko-KR" altLang="en-US" dirty="0"/>
              <a:t> 만들었습니다</a:t>
            </a:r>
            <a:r>
              <a:rPr lang="en-US" altLang="ko-KR" dirty="0"/>
              <a:t>. </a:t>
            </a:r>
            <a:r>
              <a:rPr lang="ko-KR" altLang="en-US" dirty="0"/>
              <a:t>일반 사용자는 </a:t>
            </a:r>
            <a:r>
              <a:rPr lang="ko-KR" altLang="en-US" dirty="0" err="1"/>
              <a:t>접근할수없도록</a:t>
            </a:r>
            <a:r>
              <a:rPr lang="ko-KR" altLang="en-US" dirty="0"/>
              <a:t> </a:t>
            </a:r>
            <a:r>
              <a:rPr lang="ko-KR" altLang="en-US" dirty="0" err="1"/>
              <a:t>만든것이죠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243419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6F52A3-ACB9-E068-F7D5-FEED365CD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유효성 검사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B2F6159-1140-7547-96E9-82F0D3CAD3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유효성 검사를 통해서 일정기준 미만은 등록할 수 없도록 설정했습니다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5" name="그림 4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40749B9-E6F4-6D67-2CF4-2A8C14BF9C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9112" y="2777490"/>
            <a:ext cx="7254240" cy="4080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11466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2F19CC-60BE-AE28-FA7F-160C548B9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그럼 물건을 한번 업로드 해보도록 하겠습니다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5" name="내용 개체 틀 4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5D43CD9-A412-A360-B160-EB092505D9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76272" y="1447692"/>
            <a:ext cx="9065619" cy="5099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1426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A3FF77-B440-91BF-79C9-17761272F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이렇게 홈페이지에 물건이 잘 올라간 모습입니다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5" name="내용 개체 틀 4" descr="텍스트, 스크린샷, 소프트웨어, 웹사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68F1F88-9100-7550-8EA3-3B17B5A21D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69574" y="1508760"/>
            <a:ext cx="9330941" cy="5248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36489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6A4E97-FEE0-2C60-0C5F-08F37A538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시큐리티</a:t>
            </a:r>
            <a:r>
              <a:rPr lang="ko-KR" altLang="en-US" dirty="0"/>
              <a:t> 처리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F777484-3131-BD98-B721-34D89B7A7E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물건을 </a:t>
            </a:r>
            <a:r>
              <a:rPr lang="ko-KR" altLang="en-US" dirty="0" err="1"/>
              <a:t>추가할때</a:t>
            </a:r>
            <a:r>
              <a:rPr lang="ko-KR" altLang="en-US" dirty="0"/>
              <a:t> 일반 사용자도 물건을 </a:t>
            </a:r>
            <a:r>
              <a:rPr lang="ko-KR" altLang="en-US" dirty="0" err="1"/>
              <a:t>추가할수있게도록</a:t>
            </a:r>
            <a:r>
              <a:rPr lang="ko-KR" altLang="en-US" dirty="0"/>
              <a:t> </a:t>
            </a:r>
            <a:r>
              <a:rPr lang="ko-KR" altLang="en-US" dirty="0" err="1"/>
              <a:t>접근할수있으면</a:t>
            </a:r>
            <a:r>
              <a:rPr lang="ko-KR" altLang="en-US" dirty="0"/>
              <a:t> 안되겠죠</a:t>
            </a:r>
            <a:r>
              <a:rPr lang="en-US" altLang="ko-KR" dirty="0"/>
              <a:t>? </a:t>
            </a:r>
            <a:r>
              <a:rPr lang="ko-KR" altLang="en-US" dirty="0"/>
              <a:t>그래서 특별하게 운영진이 로그인하여 </a:t>
            </a:r>
            <a:r>
              <a:rPr lang="en-US" altLang="ko-KR" dirty="0"/>
              <a:t>admin</a:t>
            </a:r>
            <a:r>
              <a:rPr lang="ko-KR" altLang="en-US" dirty="0"/>
              <a:t>롤을 획득하면 물건을 추가할 </a:t>
            </a:r>
            <a:r>
              <a:rPr lang="ko-KR" altLang="en-US" dirty="0" err="1"/>
              <a:t>수있겠금</a:t>
            </a:r>
            <a:r>
              <a:rPr lang="ko-KR" altLang="en-US" dirty="0"/>
              <a:t> </a:t>
            </a:r>
            <a:r>
              <a:rPr lang="ko-KR" altLang="en-US" dirty="0" err="1"/>
              <a:t>시큐리티</a:t>
            </a:r>
            <a:r>
              <a:rPr lang="ko-KR" altLang="en-US" dirty="0"/>
              <a:t> </a:t>
            </a:r>
            <a:r>
              <a:rPr lang="ko-KR" altLang="en-US" dirty="0" err="1"/>
              <a:t>로그인창도</a:t>
            </a:r>
            <a:r>
              <a:rPr lang="ko-KR" altLang="en-US" dirty="0"/>
              <a:t> 따로 만들었습니다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7" name="그림 6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633084C-FFBB-2101-8840-AFA0B83F47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834" y="3285531"/>
            <a:ext cx="5487166" cy="3048425"/>
          </a:xfrm>
          <a:prstGeom prst="rect">
            <a:avLst/>
          </a:prstGeom>
        </p:spPr>
      </p:pic>
      <p:pic>
        <p:nvPicPr>
          <p:cNvPr id="9" name="그림 8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982C14E-B7AF-E309-7B22-2F6881D4E5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2472" y="3380793"/>
            <a:ext cx="4791744" cy="2857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7995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5A4DDD-7460-C871-585C-1F7EBCA43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물건 팔기 창에 들어가기를 클릭하면 바로 들어가지지 않고</a:t>
            </a:r>
            <a:r>
              <a:rPr lang="en-US" altLang="ko-KR" dirty="0"/>
              <a:t>, </a:t>
            </a:r>
            <a:r>
              <a:rPr lang="ko-KR" altLang="en-US" dirty="0"/>
              <a:t>로그인 창에 먼저 접근하게 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E17EAA8-D473-C144-534A-DB8E66DE77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http://localhost:8080/login</a:t>
            </a:r>
            <a:endParaRPr lang="ko-KR" altLang="en-US" dirty="0"/>
          </a:p>
        </p:txBody>
      </p:sp>
      <p:pic>
        <p:nvPicPr>
          <p:cNvPr id="5" name="그림 4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BC16042-BA3F-ABFB-1E1B-42FCBA3C92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895" y="2527062"/>
            <a:ext cx="8160667" cy="3450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77344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0A7572-359E-F26E-8C6B-6C206811C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98E79B6-5DCF-695D-4FDE-5ED45368D2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해당 로그인 창에서 </a:t>
            </a:r>
            <a:r>
              <a:rPr lang="en-US" altLang="ko-KR" dirty="0"/>
              <a:t>ID</a:t>
            </a:r>
            <a:r>
              <a:rPr lang="ko-KR" altLang="en-US" dirty="0"/>
              <a:t>창에 </a:t>
            </a:r>
            <a:r>
              <a:rPr lang="en-US" altLang="ko-KR" dirty="0"/>
              <a:t>Admin</a:t>
            </a:r>
            <a:r>
              <a:rPr lang="ko-KR" altLang="en-US" dirty="0"/>
              <a:t>을 입력하고 </a:t>
            </a:r>
            <a:r>
              <a:rPr lang="en-US" altLang="ko-KR" dirty="0"/>
              <a:t>Password</a:t>
            </a:r>
            <a:r>
              <a:rPr lang="ko-KR" altLang="en-US" dirty="0"/>
              <a:t>창에 </a:t>
            </a:r>
            <a:r>
              <a:rPr lang="en-US" altLang="ko-KR" dirty="0"/>
              <a:t>Admin1234</a:t>
            </a:r>
            <a:r>
              <a:rPr lang="ko-KR" altLang="en-US" dirty="0"/>
              <a:t>를 입력하게 되면 </a:t>
            </a:r>
            <a:r>
              <a:rPr lang="en-US" altLang="ko-KR" dirty="0"/>
              <a:t>ADMIN</a:t>
            </a:r>
            <a:r>
              <a:rPr lang="ko-KR" altLang="en-US" dirty="0"/>
              <a:t>권한을 획득하게 되어 물건을 추가할 수 있는 창에 </a:t>
            </a:r>
            <a:r>
              <a:rPr lang="ko-KR" altLang="en-US" dirty="0" err="1"/>
              <a:t>접근할수있는</a:t>
            </a:r>
            <a:r>
              <a:rPr lang="ko-KR" altLang="en-US" dirty="0"/>
              <a:t> 권한을 얻게 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770078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3B2799-12C3-5D48-167F-345E8CBCA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장바구니 시스템과 데이터베이스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389626-6590-9CBB-A778-12052347C7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상품 상세 정보 창에 들어가면 장바구니 담기 창이 있습니다</a:t>
            </a:r>
            <a:r>
              <a:rPr lang="en-US" altLang="ko-KR" dirty="0"/>
              <a:t>. </a:t>
            </a:r>
            <a:r>
              <a:rPr lang="ko-KR" altLang="en-US" dirty="0"/>
              <a:t>여기 장바구니 담기 버튼을 클릭하게 되면 </a:t>
            </a:r>
          </a:p>
        </p:txBody>
      </p:sp>
      <p:pic>
        <p:nvPicPr>
          <p:cNvPr id="5" name="그림 4" descr="텍스트, 스크린샷, 의류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D88B87B-801F-39DC-4311-3286768371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4248" y="2829496"/>
            <a:ext cx="7373112" cy="4147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7049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1419E7-6997-D750-77C4-E25A83460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나의 장바구니 탭에 담은 상품과 수량과 합계와 삭제버튼과 주문하기 버튼이 생기게 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A394652-32DD-537E-66DC-8FABFDE056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9" name="그림 8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F132248-81A4-C140-1F59-BD2B631B6F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46517"/>
            <a:ext cx="8909303" cy="5011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85403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077663-B252-6D89-0D41-BA55D7A6B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장바구니 탭에서 수량을 임의로 수정한 후 수정버튼을 누르면 데이터베이스에 적용됩니다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FFC879-04A4-DD79-2D0E-29C741F4E5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 descr="텍스트, 스크린샷, 소프트웨어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A274A29-0386-791A-F473-17360E682F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7904" y="2015732"/>
            <a:ext cx="8296656" cy="4666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4505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560FED-62DE-7116-0880-98D416A4F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나의 장바구니 관리 탭에 있는 삭제 버튼을 누르면 데이터 베이스에서 해당 물건이 삭제됩니다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9BB0689-0946-954C-470A-7EBD76485B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 descr="텍스트, 소프트웨어, 컴퓨터 아이콘, 웹 페이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F8F0474-433E-07BA-5A74-0DE72CFEA9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456" y="2331720"/>
            <a:ext cx="6096000" cy="3429000"/>
          </a:xfrm>
          <a:prstGeom prst="rect">
            <a:avLst/>
          </a:prstGeom>
        </p:spPr>
      </p:pic>
      <p:pic>
        <p:nvPicPr>
          <p:cNvPr id="7" name="그림 6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66A4D76-2F79-A2B8-F0A4-6589FB0555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7939" y="2664563"/>
            <a:ext cx="3143689" cy="215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0741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AC84F6-1808-34D6-7AC4-449B989CD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주문하기 버튼을 누르면 주문이 완료되면서 데이터베이스에 있는 물건들이 모두 비워지게 되고</a:t>
            </a:r>
            <a:r>
              <a:rPr lang="en-US" altLang="ko-KR" dirty="0"/>
              <a:t>, </a:t>
            </a:r>
            <a:r>
              <a:rPr lang="ko-KR" altLang="en-US" dirty="0"/>
              <a:t>주문 완료창이 나옵니다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5" name="내용 개체 틀 4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BA59585-AF59-9F01-432A-0CC6583B99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91290" y="2006980"/>
            <a:ext cx="8233889" cy="4631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1888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EA96EB-264F-7E47-05F7-9D69A3AFC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주문이 완료되면서 데이터베이스가 모두 비워지고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주문 완료창이 나오는 모습으로 발표를 마치겠습니다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8B1FA61-785D-9D3E-7E13-915DDB4F92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7" name="그림 6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FE84858-15C9-4A73-89BF-315DC16D1C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0784" y="2015732"/>
            <a:ext cx="8397240" cy="4723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6507"/>
      </p:ext>
    </p:extLst>
  </p:cSld>
  <p:clrMapOvr>
    <a:masterClrMapping/>
  </p:clrMapOvr>
</p:sld>
</file>

<file path=ppt/theme/theme1.xml><?xml version="1.0" encoding="utf-8"?>
<a:theme xmlns:a="http://schemas.openxmlformats.org/drawingml/2006/main" name="갤러리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{81623645-54DF-4C6A-93A3-56E49BCB026D}TFc986dd65-aaf0-4d5c-bef9-9c391ee05f7b75cea709-29670e83f1e8</Template>
  <TotalTime>111</TotalTime>
  <Words>441</Words>
  <Application>Microsoft Office PowerPoint</Application>
  <PresentationFormat>와이드스크린</PresentationFormat>
  <Paragraphs>35</Paragraphs>
  <Slides>21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4" baseType="lpstr">
      <vt:lpstr>Arial</vt:lpstr>
      <vt:lpstr>Gill Sans MT</vt:lpstr>
      <vt:lpstr>갤러리</vt:lpstr>
      <vt:lpstr>CLOTHESmARKET 기말텀 구현 발표</vt:lpstr>
      <vt:lpstr>Clothesmarket을 구상하기 전에 생각한것</vt:lpstr>
      <vt:lpstr>Clothsmarket을 개발하게 된 이유</vt:lpstr>
      <vt:lpstr>스프링부트의 계층적 구조</vt:lpstr>
      <vt:lpstr>컨트롤러 구현 과정</vt:lpstr>
      <vt:lpstr>요청 처리 메서드의 파라미터 유형</vt:lpstr>
      <vt:lpstr>PowerPoint 프레젠테이션</vt:lpstr>
      <vt:lpstr>물건 팔기 (물건 추가 하기 페이지 만들기)</vt:lpstr>
      <vt:lpstr>물건 팔기 (물건 추가 하기 페이지 만들기)</vt:lpstr>
      <vt:lpstr>유효성 검사</vt:lpstr>
      <vt:lpstr>그럼 물건을 한번 업로드 해보도록 하겠습니다.</vt:lpstr>
      <vt:lpstr>이렇게 홈페이지에 물건이 잘 올라간 모습입니다.</vt:lpstr>
      <vt:lpstr>시큐리티 처리</vt:lpstr>
      <vt:lpstr>물건 팔기 창에 들어가기를 클릭하면 바로 들어가지지 않고, 로그인 창에 먼저 접근하게 됩니다.</vt:lpstr>
      <vt:lpstr>PowerPoint 프레젠테이션</vt:lpstr>
      <vt:lpstr>장바구니 시스템과 데이터베이스</vt:lpstr>
      <vt:lpstr>나의 장바구니 탭에 담은 상품과 수량과 합계와 삭제버튼과 주문하기 버튼이 생기게 됩니다.</vt:lpstr>
      <vt:lpstr>장바구니 탭에서 수량을 임의로 수정한 후 수정버튼을 누르면 데이터베이스에 적용됩니다.</vt:lpstr>
      <vt:lpstr>나의 장바구니 관리 탭에 있는 삭제 버튼을 누르면 데이터 베이스에서 해당 물건이 삭제됩니다.</vt:lpstr>
      <vt:lpstr>주문하기 버튼을 누르면 주문이 완료되면서 데이터베이스에 있는 물건들이 모두 비워지게 되고, 주문 완료창이 나옵니다.</vt:lpstr>
      <vt:lpstr>주문이 완료되면서 데이터베이스가 모두 비워지고, 주문 완료창이 나오는 모습으로 발표를 마치겠습니다.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대영 최</dc:creator>
  <cp:lastModifiedBy>대영 최</cp:lastModifiedBy>
  <cp:revision>4</cp:revision>
  <dcterms:created xsi:type="dcterms:W3CDTF">2025-12-01T00:42:49Z</dcterms:created>
  <dcterms:modified xsi:type="dcterms:W3CDTF">2025-12-05T03:11:02Z</dcterms:modified>
</cp:coreProperties>
</file>