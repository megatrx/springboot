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4129" r:id="rId1"/>
  </p:sldMasterIdLst>
  <p:notesMasterIdLst>
    <p:notesMasterId r:id="rId4"/>
  </p:notesMasterIdLst>
  <p:handoutMasterIdLst>
    <p:handoutMasterId r:id="rId5"/>
  </p:handoutMasterIdLst>
  <p:sldIdLst>
    <p:sldId id="1057" r:id="rId2"/>
    <p:sldId id="1056" r:id="rId3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75" autoAdjust="0"/>
    <p:restoredTop sz="94258" autoAdjust="0"/>
  </p:normalViewPr>
  <p:slideViewPr>
    <p:cSldViewPr snapToGrid="0">
      <p:cViewPr varScale="1">
        <p:scale>
          <a:sx n="107" d="100"/>
          <a:sy n="107" d="100"/>
        </p:scale>
        <p:origin x="1950" y="84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3127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fld id="{44B68EE0-4410-487B-8EF2-AB4C8DC9B547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de-DE"/>
              <a:t>Textmasterformate durch Klicken bearbeiten</a:t>
            </a:r>
          </a:p>
          <a:p>
            <a:pPr lvl="1">
              <a:defRPr/>
            </a:pPr>
            <a:r>
              <a:rPr lang="de-DE"/>
              <a:t>Zweite Ebene</a:t>
            </a:r>
          </a:p>
          <a:p>
            <a:pPr lvl="2">
              <a:defRPr/>
            </a:pPr>
            <a:r>
              <a:rPr lang="de-DE"/>
              <a:t>Dritte Ebene</a:t>
            </a:r>
          </a:p>
          <a:p>
            <a:pPr lvl="3">
              <a:defRPr/>
            </a:pPr>
            <a:r>
              <a:rPr lang="de-DE"/>
              <a:t>Vierte Ebene</a:t>
            </a:r>
          </a:p>
          <a:p>
            <a:pPr lvl="4">
              <a:defRPr/>
            </a:pPr>
            <a:r>
              <a:rPr lang="de-DE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fld id="{81967304-A513-47CF-AA1B-1F2A36BB6376}" type="slidenum">
              <a:rPr lang="de-DE" altLang="ko-KR"/>
              <a:pPr lvl="0">
                <a:defRPr/>
              </a:pPr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1" preserve="1" userDrawn="1">
  <p:cSld name="1_장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030" name="TextBox 1029"/>
          <p:cNvSpPr txBox="1"/>
          <p:nvPr userDrawn="1"/>
        </p:nvSpPr>
        <p:spPr>
          <a:xfrm>
            <a:off x="2286000" y="5631831"/>
            <a:ext cx="45720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lstStyle/>
          <a:p>
            <a:pPr marL="0" lvl="0" indent="0" algn="ctr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sz="3000" b="1" i="0" u="none" strike="noStrike" kern="1200" cap="none" spc="0" normalizeH="0" baseline="0" dirty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kumimoji="0" lang="ko-KR" altLang="en-US" sz="3000" b="1" i="0" u="none" strike="noStrike" kern="1200" cap="none" spc="0" normalizeH="0" baseline="0" dirty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kumimoji="0" lang="en-US" altLang="ko-KR" sz="3000" b="1" i="0" u="none" strike="noStrike" kern="1200" cap="none" spc="0" normalizeH="0" baseline="0" dirty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kumimoji="0" lang="ko-KR" altLang="en-US" sz="3000" b="1" i="0" u="none" strike="noStrike" kern="1200" cap="none" spc="0" normalizeH="0" baseline="0" dirty="0" err="1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장제목</a:t>
            </a:r>
            <a:endParaRPr kumimoji="0" lang="ko-KR" altLang="en-US" sz="3000" b="1" i="0" u="none" strike="noStrike" kern="1200" cap="none" spc="0" normalizeH="0" baseline="0" dirty="0">
              <a:solidFill>
                <a:srgbClr val="FFFFFF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33" name="그림 103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92"/>
          <a:stretch/>
        </p:blipFill>
        <p:spPr>
          <a:xfrm>
            <a:off x="1824037" y="720247"/>
            <a:ext cx="5495925" cy="43412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목차</a:t>
            </a:r>
            <a:endParaRPr kumimoji="0" lang="ko-KR" altLang="en-US" sz="4400" b="1" spc="-150" dirty="0">
              <a:solidFill>
                <a:schemeClr val="accent6">
                  <a:lumMod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 preserve="1" userDrawn="1">
  <p:cSld name="1_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학습 목표</a:t>
            </a:r>
            <a:endParaRPr kumimoji="0" lang="ko-KR" altLang="en-US" sz="4400" b="1" spc="-150" dirty="0">
              <a:solidFill>
                <a:schemeClr val="accent6">
                  <a:lumMod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Arial"/>
              <a:buChar char="•"/>
              <a:defRPr sz="2400" b="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 preserve="1" userDrawn="1">
  <p:cSld name="1_본문_1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cxnSp>
        <p:nvCxnSpPr>
          <p:cNvPr id="14" name="직선 연결선 13"/>
          <p:cNvCxnSpPr>
            <a:cxnSpLocks/>
          </p:cNvCxnSpPr>
          <p:nvPr userDrawn="1"/>
        </p:nvCxnSpPr>
        <p:spPr>
          <a:xfrm>
            <a:off x="0" y="908051"/>
            <a:ext cx="9144000" cy="0"/>
          </a:xfrm>
          <a:prstGeom prst="line">
            <a:avLst/>
          </a:prstGeom>
          <a:ln w="76200" cmpd="sng">
            <a:gradFill flip="none" rotWithShape="1">
              <a:gsLst>
                <a:gs pos="0">
                  <a:schemeClr val="accent6">
                    <a:lumMod val="50000"/>
                  </a:schemeClr>
                </a:gs>
                <a:gs pos="33000">
                  <a:schemeClr val="accent6">
                    <a:lumMod val="75000"/>
                  </a:schemeClr>
                </a:gs>
                <a:gs pos="68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/>
              <a:buChar char="n"/>
              <a:defRPr sz="18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6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4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2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3CF83-A244-08D0-706B-2702FCDC37D5}"/>
              </a:ext>
            </a:extLst>
          </p:cNvPr>
          <p:cNvSpPr txBox="1"/>
          <p:nvPr userDrawn="1"/>
        </p:nvSpPr>
        <p:spPr>
          <a:xfrm>
            <a:off x="8768504" y="6497960"/>
            <a:ext cx="401623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 preserve="1" userDrawn="1">
  <p:cSld name="1_본문_2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9D3222A-D61B-18D2-3D48-9AA7AB0094D1}"/>
              </a:ext>
            </a:extLst>
          </p:cNvPr>
          <p:cNvCxnSpPr>
            <a:cxnSpLocks/>
          </p:cNvCxnSpPr>
          <p:nvPr userDrawn="1"/>
        </p:nvCxnSpPr>
        <p:spPr>
          <a:xfrm>
            <a:off x="0" y="908051"/>
            <a:ext cx="9144000" cy="0"/>
          </a:xfrm>
          <a:prstGeom prst="line">
            <a:avLst/>
          </a:prstGeom>
          <a:ln w="76200" cmpd="sng">
            <a:gradFill flip="none" rotWithShape="1">
              <a:gsLst>
                <a:gs pos="0">
                  <a:schemeClr val="accent6">
                    <a:lumMod val="50000"/>
                  </a:schemeClr>
                </a:gs>
                <a:gs pos="33000">
                  <a:schemeClr val="accent6">
                    <a:lumMod val="75000"/>
                  </a:schemeClr>
                </a:gs>
                <a:gs pos="68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8F310-85DD-5885-C883-FBACE21B7AE9}"/>
              </a:ext>
            </a:extLst>
          </p:cNvPr>
          <p:cNvSpPr txBox="1"/>
          <p:nvPr userDrawn="1"/>
        </p:nvSpPr>
        <p:spPr>
          <a:xfrm>
            <a:off x="8768504" y="6497960"/>
            <a:ext cx="401623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chemeClr val="accent6">
              <a:lumMod val="50000"/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Office 테마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 dirty="0"/>
              <a:t>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  <a:p>
            <a:pPr lvl="3">
              <a:defRPr/>
            </a:pPr>
            <a:r>
              <a:rPr lang="ko-KR" altLang="en-US" dirty="0"/>
              <a:t>넷째 수준</a:t>
            </a:r>
          </a:p>
          <a:p>
            <a:pPr lvl="4">
              <a:defRPr/>
            </a:pPr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3C4A7B72-6AE8-49C2-8F32-E8A725FD610D}" type="datetime1">
              <a:rPr lang="ko-KR" altLang="en-US"/>
              <a:pPr lvl="0">
                <a:defRPr/>
              </a:pPr>
              <a:t>2025-10-17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52DD98C4-AD35-4759-9571-E1AA62A00DA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</p:sldLayoutIdLst>
  <p:transition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E998-CF00-8A5E-AA3D-1678839D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55CB1-56B8-6CDB-7FAB-280E4A8E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1/2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319F1-9531-B69D-9C4E-D8119212545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47" y="845598"/>
            <a:ext cx="8825501" cy="5920961"/>
          </a:xfrm>
        </p:spPr>
        <p:txBody>
          <a:bodyPr/>
          <a:lstStyle/>
          <a:p>
            <a:r>
              <a:rPr lang="ko-KR" altLang="en-US" sz="1600" dirty="0"/>
              <a:t>실습 내용</a:t>
            </a:r>
            <a:endParaRPr lang="en-US" altLang="ko-KR" sz="1600" dirty="0"/>
          </a:p>
          <a:p>
            <a:r>
              <a:rPr lang="ko-KR" altLang="en-US" sz="1600" dirty="0"/>
              <a:t>스프링 부트 애플리케이션에서 사용자가 사진과 제목</a:t>
            </a:r>
            <a:r>
              <a:rPr lang="en-US" altLang="ko-KR" sz="1600" dirty="0"/>
              <a:t>, </a:t>
            </a:r>
            <a:r>
              <a:rPr lang="ko-KR" altLang="en-US" sz="1600" dirty="0"/>
              <a:t>설명을 함께 업로드할 수 있도록 구현하려고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아래 요구사항을 만족하는 코드를 작성하라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요구사항</a:t>
            </a:r>
          </a:p>
          <a:p>
            <a:pPr lvl="1"/>
            <a:r>
              <a:rPr lang="ko-KR" altLang="en-US" sz="1400" dirty="0"/>
              <a:t>사용자가 업로드할 사진의 제목</a:t>
            </a:r>
            <a:r>
              <a:rPr lang="en-US" altLang="ko-KR" sz="1400" dirty="0"/>
              <a:t>(title), </a:t>
            </a:r>
            <a:r>
              <a:rPr lang="ko-KR" altLang="en-US" sz="1400" dirty="0"/>
              <a:t>설명</a:t>
            </a:r>
            <a:r>
              <a:rPr lang="en-US" altLang="ko-KR" sz="1400" dirty="0"/>
              <a:t>(description), </a:t>
            </a:r>
            <a:r>
              <a:rPr lang="ko-KR" altLang="en-US" sz="1400" dirty="0"/>
              <a:t>파일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imageFile</a:t>
            </a:r>
            <a:r>
              <a:rPr lang="en-US" altLang="ko-KR" sz="1400" dirty="0"/>
              <a:t>)</a:t>
            </a:r>
            <a:r>
              <a:rPr lang="ko-KR" altLang="en-US" sz="1400" dirty="0"/>
              <a:t>을 받는 도메인 클래스 작성</a:t>
            </a:r>
          </a:p>
          <a:p>
            <a:pPr lvl="1"/>
            <a:r>
              <a:rPr lang="ko-KR" altLang="en-US" sz="1400" dirty="0"/>
              <a:t>업로드 폼과 결과 페이지를 각각 </a:t>
            </a:r>
            <a:r>
              <a:rPr lang="en-US" altLang="ko-KR" sz="1400" dirty="0" err="1"/>
              <a:t>Thymeleaf</a:t>
            </a:r>
            <a:r>
              <a:rPr lang="en-US" altLang="ko-KR" sz="1400" dirty="0"/>
              <a:t> HTML</a:t>
            </a:r>
            <a:r>
              <a:rPr lang="ko-KR" altLang="en-US" sz="1400" dirty="0"/>
              <a:t>로 작성</a:t>
            </a:r>
            <a:r>
              <a:rPr lang="en-US" altLang="ko-KR" sz="1400" dirty="0"/>
              <a:t>(</a:t>
            </a:r>
            <a:r>
              <a:rPr lang="ko-KR" altLang="en-US" sz="1400" dirty="0"/>
              <a:t>다음 </a:t>
            </a:r>
            <a:r>
              <a:rPr lang="en-US" altLang="ko-KR" sz="1400" dirty="0"/>
              <a:t>ppt</a:t>
            </a:r>
            <a:r>
              <a:rPr lang="ko-KR" altLang="en-US" sz="1400" dirty="0"/>
              <a:t> 참고</a:t>
            </a:r>
            <a:r>
              <a:rPr lang="en-US" altLang="ko-KR" sz="1400" dirty="0"/>
              <a:t>)</a:t>
            </a:r>
            <a:endParaRPr lang="ko-KR" altLang="en-US" sz="1400" dirty="0"/>
          </a:p>
          <a:p>
            <a:pPr lvl="1"/>
            <a:r>
              <a:rPr lang="ko-KR" altLang="en-US" sz="1400" dirty="0" err="1"/>
              <a:t>업로드된</a:t>
            </a:r>
            <a:r>
              <a:rPr lang="ko-KR" altLang="en-US" sz="1400" dirty="0"/>
              <a:t> 파일은 </a:t>
            </a:r>
            <a:r>
              <a:rPr lang="en-US" altLang="ko-KR" sz="1400" dirty="0"/>
              <a:t>C:/upload/ </a:t>
            </a:r>
            <a:r>
              <a:rPr lang="ko-KR" altLang="en-US" sz="1400" dirty="0"/>
              <a:t>폴더에 저장하고 </a:t>
            </a:r>
            <a:r>
              <a:rPr lang="en-US" altLang="ko-KR" sz="1400" dirty="0"/>
              <a:t>/images/** URL</a:t>
            </a:r>
            <a:r>
              <a:rPr lang="ko-KR" altLang="en-US" sz="1400" dirty="0"/>
              <a:t>로 접근 가능하도록 리소스 설정 작성</a:t>
            </a:r>
          </a:p>
          <a:p>
            <a:pPr lvl="1"/>
            <a:r>
              <a:rPr lang="ko-KR" altLang="en-US" sz="1400" dirty="0"/>
              <a:t>컨트롤러에서 </a:t>
            </a:r>
            <a:r>
              <a:rPr lang="en-US" altLang="ko-KR" sz="1400" dirty="0"/>
              <a:t>@ModelAttribute</a:t>
            </a:r>
            <a:r>
              <a:rPr lang="ko-KR" altLang="en-US" sz="1400" dirty="0"/>
              <a:t>를 이용해 폼 데이터를 도메인 객체에 바인딩하고</a:t>
            </a:r>
            <a:r>
              <a:rPr lang="en-US" altLang="ko-KR" sz="1400" dirty="0"/>
              <a:t>, </a:t>
            </a:r>
            <a:r>
              <a:rPr lang="ko-KR" altLang="en-US" sz="1400" dirty="0"/>
              <a:t>업로드 성공 시 업로드 결과 페이지로 이동</a:t>
            </a:r>
            <a:endParaRPr lang="en-US" altLang="ko-KR" sz="1400" dirty="0"/>
          </a:p>
          <a:p>
            <a:pPr lvl="1"/>
            <a:r>
              <a:rPr lang="ko-KR" altLang="en-US" sz="1400" dirty="0"/>
              <a:t>요청 </a:t>
            </a:r>
            <a:r>
              <a:rPr lang="en-US" altLang="ko-KR" sz="1400" dirty="0"/>
              <a:t>URL: http://localhost:8080/photo/upload</a:t>
            </a:r>
          </a:p>
          <a:p>
            <a:pPr lvl="1"/>
            <a:endParaRPr lang="en-US" altLang="ko-KR" dirty="0"/>
          </a:p>
          <a:p>
            <a:r>
              <a:rPr lang="ko-KR" altLang="en-US" sz="1600" dirty="0"/>
              <a:t>필요 파일</a:t>
            </a:r>
            <a:endParaRPr lang="en-US" altLang="ko-KR" sz="1600" dirty="0"/>
          </a:p>
          <a:p>
            <a:pPr lvl="1"/>
            <a:r>
              <a:rPr lang="ko-KR" altLang="en-US" sz="1400" dirty="0"/>
              <a:t>도메인 클래스</a:t>
            </a:r>
            <a:r>
              <a:rPr lang="en-US" altLang="ko-KR" sz="1400" dirty="0"/>
              <a:t>: Photo.java</a:t>
            </a:r>
          </a:p>
          <a:p>
            <a:pPr lvl="1"/>
            <a:r>
              <a:rPr lang="ko-KR" altLang="en-US" sz="1400" dirty="0"/>
              <a:t>컨트롤러 </a:t>
            </a:r>
            <a:r>
              <a:rPr lang="en-US" altLang="ko-KR" sz="1400" dirty="0"/>
              <a:t>: PhotoController.java</a:t>
            </a:r>
          </a:p>
          <a:p>
            <a:pPr lvl="1"/>
            <a:r>
              <a:rPr lang="ko-KR" altLang="en-US" sz="1400" dirty="0"/>
              <a:t>정적경로 설정</a:t>
            </a:r>
            <a:r>
              <a:rPr lang="en-US" altLang="ko-KR" sz="1400" dirty="0"/>
              <a:t>: ResourceConfig.java </a:t>
            </a:r>
          </a:p>
          <a:p>
            <a:pPr lvl="1"/>
            <a:r>
              <a:rPr lang="ko-KR" altLang="en-US" sz="1400" dirty="0"/>
              <a:t>업로드 폼</a:t>
            </a:r>
            <a:r>
              <a:rPr lang="en-US" altLang="ko-KR" sz="1400" dirty="0"/>
              <a:t>: photoUploadForm.html</a:t>
            </a:r>
          </a:p>
          <a:p>
            <a:pPr lvl="1"/>
            <a:r>
              <a:rPr lang="ko-KR" altLang="en-US" sz="1400" dirty="0"/>
              <a:t>업로드 결과</a:t>
            </a:r>
            <a:r>
              <a:rPr lang="en-US" altLang="ko-KR" sz="1400" dirty="0"/>
              <a:t>: photoUploadResult.html</a:t>
            </a:r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344355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4AFE-C0DA-E057-73F1-E90F7B86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2/2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ED73A-A30F-2B99-B7CD-F4FC6B593F7D}"/>
              </a:ext>
            </a:extLst>
          </p:cNvPr>
          <p:cNvSpPr txBox="1"/>
          <p:nvPr/>
        </p:nvSpPr>
        <p:spPr>
          <a:xfrm>
            <a:off x="4482289" y="2447845"/>
            <a:ext cx="4600876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&lt;head&gt;</a:t>
            </a:r>
          </a:p>
          <a:p>
            <a:r>
              <a:rPr lang="en-US" altLang="ko-KR" sz="1200" dirty="0"/>
              <a:t>    &lt;meta charset="UTF-8"&gt;</a:t>
            </a:r>
          </a:p>
          <a:p>
            <a:r>
              <a:rPr lang="en-US" altLang="ko-KR" sz="1200" dirty="0"/>
              <a:t>    &lt;title&gt;</a:t>
            </a:r>
            <a:r>
              <a:rPr lang="ko-KR" altLang="en-US" sz="1200" dirty="0"/>
              <a:t>업로드 결과</a:t>
            </a:r>
            <a:r>
              <a:rPr lang="en-US" altLang="ko-KR" sz="1200" dirty="0"/>
              <a:t>&lt;/title&gt;</a:t>
            </a:r>
          </a:p>
          <a:p>
            <a:r>
              <a:rPr lang="en-US" altLang="ko-KR" sz="1200" dirty="0"/>
              <a:t>&lt;/head&gt;</a:t>
            </a:r>
          </a:p>
          <a:p>
            <a:r>
              <a:rPr lang="en-US" altLang="ko-KR" sz="1200" dirty="0"/>
              <a:t>&lt;body&gt;</a:t>
            </a:r>
          </a:p>
          <a:p>
            <a:r>
              <a:rPr lang="en-US" altLang="ko-KR" sz="1200" dirty="0"/>
              <a:t>&lt;h2&gt;</a:t>
            </a:r>
            <a:r>
              <a:rPr lang="ko-KR" altLang="en-US" sz="1200" dirty="0"/>
              <a:t>업로드 결과</a:t>
            </a:r>
            <a:r>
              <a:rPr lang="en-US" altLang="ko-KR" sz="1200" dirty="0"/>
              <a:t>&lt;/h2&gt;</a:t>
            </a:r>
          </a:p>
          <a:p>
            <a:r>
              <a:rPr lang="en-US" altLang="ko-KR" sz="1200" dirty="0"/>
              <a:t>&lt;p&gt;</a:t>
            </a:r>
            <a:r>
              <a:rPr lang="ko-KR" altLang="en-US" sz="1200" dirty="0"/>
              <a:t>제목</a:t>
            </a:r>
            <a:r>
              <a:rPr lang="en-US" altLang="ko-KR" sz="1200" dirty="0"/>
              <a:t>: &lt;span </a:t>
            </a:r>
            <a:r>
              <a:rPr lang="en-US" altLang="ko-KR" sz="1200" dirty="0" err="1"/>
              <a:t>th:text</a:t>
            </a:r>
            <a:r>
              <a:rPr lang="en-US" altLang="ko-KR" sz="1200" dirty="0"/>
              <a:t>="${title}"&gt;&lt;/span&gt;&lt;/p&gt;</a:t>
            </a:r>
          </a:p>
          <a:p>
            <a:r>
              <a:rPr lang="en-US" altLang="ko-KR" sz="1200" dirty="0"/>
              <a:t>&lt;p&gt;</a:t>
            </a:r>
            <a:r>
              <a:rPr lang="ko-KR" altLang="en-US" sz="1200" dirty="0"/>
              <a:t>설명</a:t>
            </a:r>
            <a:r>
              <a:rPr lang="en-US" altLang="ko-KR" sz="1200" dirty="0"/>
              <a:t>: &lt;span </a:t>
            </a:r>
            <a:r>
              <a:rPr lang="en-US" altLang="ko-KR" sz="1200" dirty="0" err="1"/>
              <a:t>th:text</a:t>
            </a:r>
            <a:r>
              <a:rPr lang="en-US" altLang="ko-KR" sz="1200" dirty="0"/>
              <a:t>="${description}"&gt;&lt;/span&gt;&lt;/p&gt;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&lt;div </a:t>
            </a:r>
            <a:r>
              <a:rPr lang="en-US" altLang="ko-KR" sz="1200" dirty="0" err="1"/>
              <a:t>th:if</a:t>
            </a:r>
            <a:r>
              <a:rPr lang="en-US" altLang="ko-KR" sz="1200" dirty="0"/>
              <a:t>="${</a:t>
            </a:r>
            <a:r>
              <a:rPr lang="en-US" altLang="ko-KR" sz="1200" dirty="0" err="1"/>
              <a:t>imageUrl</a:t>
            </a:r>
            <a:r>
              <a:rPr lang="en-US" altLang="ko-KR" sz="1200" dirty="0"/>
              <a:t>}"&gt;</a:t>
            </a:r>
          </a:p>
          <a:p>
            <a:r>
              <a:rPr lang="en-US" altLang="ko-KR" sz="1200" dirty="0"/>
              <a:t>    &lt;p&gt;</a:t>
            </a:r>
            <a:r>
              <a:rPr lang="ko-KR" altLang="en-US" sz="1200" dirty="0"/>
              <a:t>업로드한 이미지</a:t>
            </a:r>
            <a:r>
              <a:rPr lang="en-US" altLang="ko-KR" sz="1200" dirty="0"/>
              <a:t>:&lt;/p&gt;</a:t>
            </a:r>
          </a:p>
          <a:p>
            <a:r>
              <a:rPr lang="en-US" altLang="ko-KR" sz="1200" dirty="0"/>
              <a:t>    &lt;</a:t>
            </a:r>
            <a:r>
              <a:rPr lang="en-US" altLang="ko-KR" sz="1200" dirty="0" err="1"/>
              <a:t>img</a:t>
            </a:r>
            <a:r>
              <a:rPr lang="en-US" altLang="ko-KR" sz="1200" dirty="0"/>
              <a:t> </a:t>
            </a:r>
            <a:r>
              <a:rPr lang="en-US" altLang="ko-KR" sz="1200" dirty="0" err="1"/>
              <a:t>th:src</a:t>
            </a:r>
            <a:r>
              <a:rPr lang="en-US" altLang="ko-KR" sz="1200" dirty="0"/>
              <a:t>="@{${</a:t>
            </a:r>
            <a:r>
              <a:rPr lang="en-US" altLang="ko-KR" sz="1200" dirty="0" err="1"/>
              <a:t>imageUrl</a:t>
            </a:r>
            <a:r>
              <a:rPr lang="en-US" altLang="ko-KR" sz="1200" dirty="0"/>
              <a:t>}}" alt="uploaded image" width="300"/&gt;</a:t>
            </a:r>
          </a:p>
          <a:p>
            <a:r>
              <a:rPr lang="en-US" altLang="ko-KR" sz="1200" dirty="0"/>
              <a:t>&lt;/div&gt;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&lt;div </a:t>
            </a:r>
            <a:r>
              <a:rPr lang="en-US" altLang="ko-KR" sz="1200" dirty="0" err="1"/>
              <a:t>th:if</a:t>
            </a:r>
            <a:r>
              <a:rPr lang="en-US" altLang="ko-KR" sz="1200" dirty="0"/>
              <a:t>="${message}"&gt;</a:t>
            </a:r>
          </a:p>
          <a:p>
            <a:r>
              <a:rPr lang="en-US" altLang="ko-KR" sz="1200" dirty="0"/>
              <a:t>    &lt;p </a:t>
            </a:r>
            <a:r>
              <a:rPr lang="en-US" altLang="ko-KR" sz="1200" dirty="0" err="1"/>
              <a:t>th:text</a:t>
            </a:r>
            <a:r>
              <a:rPr lang="en-US" altLang="ko-KR" sz="1200" dirty="0"/>
              <a:t>="${message}"&gt;&lt;/p&gt;</a:t>
            </a:r>
          </a:p>
          <a:p>
            <a:r>
              <a:rPr lang="en-US" altLang="ko-KR" sz="1200" dirty="0"/>
              <a:t>&lt;/div&gt;</a:t>
            </a:r>
          </a:p>
          <a:p>
            <a:endParaRPr lang="en-US" altLang="ko-KR" sz="1200" dirty="0"/>
          </a:p>
          <a:p>
            <a:r>
              <a:rPr lang="en-US" altLang="ko-KR" sz="1200" dirty="0"/>
              <a:t>&lt;a </a:t>
            </a:r>
            <a:r>
              <a:rPr lang="en-US" altLang="ko-KR" sz="1200" dirty="0" err="1"/>
              <a:t>th:href</a:t>
            </a:r>
            <a:r>
              <a:rPr lang="en-US" altLang="ko-KR" sz="1200" dirty="0"/>
              <a:t>="@{/photo/upload}"&gt;</a:t>
            </a:r>
            <a:r>
              <a:rPr lang="ko-KR" altLang="en-US" sz="1200" dirty="0"/>
              <a:t>다시 업로드</a:t>
            </a:r>
            <a:r>
              <a:rPr lang="en-US" altLang="ko-KR" sz="1200" dirty="0"/>
              <a:t>&lt;/a&gt;</a:t>
            </a:r>
          </a:p>
          <a:p>
            <a:r>
              <a:rPr lang="en-US" altLang="ko-KR" sz="1200" dirty="0"/>
              <a:t>&lt;/body&gt;</a:t>
            </a:r>
          </a:p>
          <a:p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86752-38A3-3890-907D-64F9A09BA672}"/>
              </a:ext>
            </a:extLst>
          </p:cNvPr>
          <p:cNvSpPr txBox="1"/>
          <p:nvPr/>
        </p:nvSpPr>
        <p:spPr>
          <a:xfrm>
            <a:off x="32554" y="1009225"/>
            <a:ext cx="467142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public class Photo {</a:t>
            </a:r>
          </a:p>
          <a:p>
            <a:r>
              <a:rPr lang="en-US" altLang="ko-KR" sz="1600" dirty="0"/>
              <a:t>    private String title;           // </a:t>
            </a:r>
            <a:r>
              <a:rPr lang="ko-KR" altLang="en-US" sz="1600" dirty="0"/>
              <a:t>이미지 제목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private String description;     // </a:t>
            </a:r>
            <a:r>
              <a:rPr lang="ko-KR" altLang="en-US" sz="1600" dirty="0"/>
              <a:t>이미지 설명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private </a:t>
            </a:r>
            <a:r>
              <a:rPr lang="en-US" altLang="ko-KR" sz="1600" dirty="0" err="1"/>
              <a:t>MultipartFile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imageFile</a:t>
            </a:r>
            <a:r>
              <a:rPr lang="en-US" altLang="ko-KR" sz="1600" dirty="0"/>
              <a:t>; // </a:t>
            </a:r>
            <a:r>
              <a:rPr lang="ko-KR" altLang="en-US" sz="1600" dirty="0"/>
              <a:t>업로드 파일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13D0F-6DDB-4D81-9E97-82EFB0F4523C}"/>
              </a:ext>
            </a:extLst>
          </p:cNvPr>
          <p:cNvSpPr txBox="1"/>
          <p:nvPr/>
        </p:nvSpPr>
        <p:spPr>
          <a:xfrm>
            <a:off x="4780382" y="998786"/>
            <a:ext cx="1761423" cy="288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en-US" altLang="ko-KR" sz="3600" dirty="0">
                <a:sym typeface="Wingdings" panose="05000000000000000000" pitchFamily="2" charset="2"/>
              </a:rPr>
              <a:t> </a:t>
            </a:r>
            <a:r>
              <a:rPr lang="ko-KR" altLang="en-US" sz="3600" dirty="0">
                <a:sym typeface="Wingdings" panose="05000000000000000000" pitchFamily="2" charset="2"/>
              </a:rPr>
              <a:t>도메인 객체</a:t>
            </a:r>
            <a:endParaRPr lang="ko-KR" alt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B274C-DD6E-C32E-7B6C-07CE0873DCDA}"/>
              </a:ext>
            </a:extLst>
          </p:cNvPr>
          <p:cNvSpPr txBox="1"/>
          <p:nvPr/>
        </p:nvSpPr>
        <p:spPr>
          <a:xfrm>
            <a:off x="5930296" y="2146295"/>
            <a:ext cx="1761423" cy="288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r>
              <a:rPr lang="ko-KR" altLang="en-US" sz="3600" dirty="0">
                <a:sym typeface="Wingdings" panose="05000000000000000000" pitchFamily="2" charset="2"/>
              </a:rPr>
              <a:t>업로드 성공 페이지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31CB56-2555-1A64-AC5B-31861AFC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21" y="2447845"/>
            <a:ext cx="2595498" cy="22738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0D9BB57-F05F-0329-706B-51D177FFE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731" y="3811413"/>
            <a:ext cx="1980201" cy="27037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43586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10007</TotalTime>
  <Words>326</Words>
  <Application>Microsoft Office PowerPoint</Application>
  <PresentationFormat>화면 슬라이드 쇼(4:3)</PresentationFormat>
  <Paragraphs>46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굴림</vt:lpstr>
      <vt:lpstr>맑은 고딕</vt:lpstr>
      <vt:lpstr>함초롬돋움</vt:lpstr>
      <vt:lpstr>Arial</vt:lpstr>
      <vt:lpstr>Wingdings</vt:lpstr>
      <vt:lpstr>Office 테마</vt:lpstr>
      <vt:lpstr>실습 문제 1/2</vt:lpstr>
      <vt:lpstr>실습 문제 2/2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sh</dc:creator>
  <cp:lastModifiedBy>User</cp:lastModifiedBy>
  <cp:revision>795</cp:revision>
  <cp:lastPrinted>2025-08-12T10:24:45Z</cp:lastPrinted>
  <dcterms:created xsi:type="dcterms:W3CDTF">2007-11-27T23:54:21Z</dcterms:created>
  <dcterms:modified xsi:type="dcterms:W3CDTF">2025-10-17T03:49:36Z</dcterms:modified>
  <cp:version/>
</cp:coreProperties>
</file>